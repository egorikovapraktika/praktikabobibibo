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297" r:id="rId12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 snapToObjects="1">
      <p:cViewPr varScale="1">
        <p:scale>
          <a:sx n="110" d="100"/>
          <a:sy n="110" d="100"/>
        </p:scale>
        <p:origin x="576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512" y="-51922"/>
            <a:ext cx="9169368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r>
              <a:rPr lang="ru-RU" dirty="0">
                <a:solidFill>
                  <a:schemeClr val="bg1"/>
                </a:solidFill>
                <a:highlight>
                  <a:srgbClr val="000080"/>
                </a:highlight>
              </a:rPr>
              <a:t>Осуществление интеграции программных модулей</a:t>
            </a:r>
            <a:r>
              <a:rPr lang="en-US" dirty="0">
                <a:solidFill>
                  <a:schemeClr val="bg1"/>
                </a:solidFill>
                <a:highlight>
                  <a:srgbClr val="000080"/>
                </a:highlight>
              </a:rPr>
              <a:t> 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A2D04-6928-28C0-9B55-D0BC754BB3F9}"/>
              </a:ext>
            </a:extLst>
          </p:cNvPr>
          <p:cNvSpPr txBox="1"/>
          <p:nvPr/>
        </p:nvSpPr>
        <p:spPr>
          <a:xfrm>
            <a:off x="170196" y="54680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  <a:highlight>
                  <a:srgbClr val="000080"/>
                </a:highlight>
              </a:rPr>
              <a:t>Руководитель практики: Седов Алексей Сергеевич </a:t>
            </a:r>
          </a:p>
          <a:p>
            <a:r>
              <a:rPr lang="ru-RU" sz="1800" dirty="0">
                <a:solidFill>
                  <a:schemeClr val="bg1"/>
                </a:solidFill>
                <a:highlight>
                  <a:srgbClr val="000080"/>
                </a:highlight>
              </a:rPr>
              <a:t>Год: 2026г.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F0F54D-1B27-0C78-AB08-D634217F6847}"/>
              </a:ext>
            </a:extLst>
          </p:cNvPr>
          <p:cNvSpPr txBox="1"/>
          <p:nvPr/>
        </p:nvSpPr>
        <p:spPr>
          <a:xfrm>
            <a:off x="296091" y="46755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highlight>
                  <a:srgbClr val="000080"/>
                </a:highlight>
              </a:rPr>
              <a:t>Учебная практика</a:t>
            </a:r>
            <a:br>
              <a:rPr lang="ru-RU" dirty="0">
                <a:solidFill>
                  <a:schemeClr val="bg1"/>
                </a:solidFill>
                <a:highlight>
                  <a:srgbClr val="000080"/>
                </a:highlight>
              </a:rPr>
            </a:br>
            <a:r>
              <a:rPr lang="ru-RU" dirty="0">
                <a:solidFill>
                  <a:schemeClr val="bg1"/>
                </a:solidFill>
                <a:highlight>
                  <a:srgbClr val="000080"/>
                </a:highlight>
              </a:rPr>
              <a:t>Яхонтов Егор Денисович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741CA1-3AC3-AAA7-092B-4252EC326684}"/>
              </a:ext>
            </a:extLst>
          </p:cNvPr>
          <p:cNvSpPr txBox="1"/>
          <p:nvPr/>
        </p:nvSpPr>
        <p:spPr>
          <a:xfrm>
            <a:off x="6557553" y="3796495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300" b="1" dirty="0">
                <a:solidFill>
                  <a:schemeClr val="bg1"/>
                </a:solidFill>
                <a:effectLst/>
                <a:highlight>
                  <a:srgbClr val="202C8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ПМ. </a:t>
            </a:r>
            <a:r>
              <a:rPr lang="en-US" sz="3300" b="1" dirty="0">
                <a:solidFill>
                  <a:schemeClr val="bg1"/>
                </a:solidFill>
                <a:highlight>
                  <a:srgbClr val="202C8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02</a:t>
            </a:r>
            <a:r>
              <a:rPr lang="ru-RU" sz="3300" b="1" dirty="0">
                <a:solidFill>
                  <a:schemeClr val="bg1"/>
                </a:solidFill>
                <a:effectLst/>
                <a:highlight>
                  <a:srgbClr val="202C8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3300" dirty="0">
              <a:solidFill>
                <a:schemeClr val="bg1"/>
              </a:solidFill>
              <a:highlight>
                <a:srgbClr val="202C8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613" y="580254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 err="1"/>
              <a:t>сЕССИЯ</a:t>
            </a:r>
            <a:r>
              <a:rPr lang="ru-RU" dirty="0"/>
              <a:t>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016525"/>
            <a:ext cx="6583680" cy="320734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АНАЛИЗ ПРЕДМЕТНОЙ ОБЛАСТИ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A6D41A-9AA7-0ABE-8585-C4B5F5716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13" y="2644265"/>
            <a:ext cx="3440242" cy="342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1D2748-902E-1BD6-2EE1-7EF80E6F3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344" y="2685460"/>
            <a:ext cx="2981472" cy="35922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A973B5-43EF-7AD9-BB63-36DE71E10D4F}"/>
              </a:ext>
            </a:extLst>
          </p:cNvPr>
          <p:cNvSpPr txBox="1"/>
          <p:nvPr/>
        </p:nvSpPr>
        <p:spPr>
          <a:xfrm>
            <a:off x="-582620" y="6040999"/>
            <a:ext cx="610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ER-</a:t>
            </a:r>
            <a:r>
              <a:rPr lang="ru-RU" dirty="0"/>
              <a:t>диаграмма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07434-A583-2E6C-8184-9289B911DB59}"/>
              </a:ext>
            </a:extLst>
          </p:cNvPr>
          <p:cNvSpPr txBox="1"/>
          <p:nvPr/>
        </p:nvSpPr>
        <p:spPr>
          <a:xfrm>
            <a:off x="4135071" y="2300151"/>
            <a:ext cx="6396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Диаграмма вариантов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5" y="273086"/>
            <a:ext cx="2805833" cy="157707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Сессия 2</a:t>
            </a:r>
            <a:br>
              <a:rPr lang="ru-RU" dirty="0"/>
            </a:br>
            <a:endParaRPr lang="ru-RU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0D47A4C-F9AB-CAB3-4CCA-53D7365B4D9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0D66C9-7489-DD6C-C8AB-95E07308B503}"/>
              </a:ext>
            </a:extLst>
          </p:cNvPr>
          <p:cNvSpPr txBox="1"/>
          <p:nvPr/>
        </p:nvSpPr>
        <p:spPr>
          <a:xfrm>
            <a:off x="616635" y="1238181"/>
            <a:ext cx="6109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Разработка </a:t>
            </a:r>
            <a:r>
              <a:rPr lang="en-US" sz="1800" dirty="0"/>
              <a:t>API</a:t>
            </a:r>
            <a:endParaRPr lang="ru-RU" sz="1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EA99CF5-A03A-1D2F-1AC8-554490E81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45" y="1704288"/>
            <a:ext cx="3994992" cy="13789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F859C39-13AF-4157-20F3-B5C29D37A491}"/>
              </a:ext>
            </a:extLst>
          </p:cNvPr>
          <p:cNvSpPr txBox="1"/>
          <p:nvPr/>
        </p:nvSpPr>
        <p:spPr>
          <a:xfrm>
            <a:off x="4788040" y="603690"/>
            <a:ext cx="6109062" cy="169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Проектирование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– создана БД 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2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Безопасность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– настроена JWT-аутентификация и CORS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3.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Тестирование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– проведены модульные и интеграционные тесты 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068" y="-836734"/>
            <a:ext cx="5259554" cy="249502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Сессия 3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566" y="1797070"/>
            <a:ext cx="5259554" cy="223323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solidFill>
                  <a:schemeClr val="tx1"/>
                </a:solidFill>
              </a:rPr>
              <a:t>Разработка – модуль технолога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2EF8A6-839F-118C-9735-45FA3BECF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54" y="2403566"/>
            <a:ext cx="2524491" cy="385449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6AB9724-5130-7B68-0049-4147476B7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476" y="2403566"/>
            <a:ext cx="5158811" cy="25046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3A7C99-FB97-BEED-79A8-437991CC53E6}"/>
              </a:ext>
            </a:extLst>
          </p:cNvPr>
          <p:cNvSpPr txBox="1"/>
          <p:nvPr/>
        </p:nvSpPr>
        <p:spPr>
          <a:xfrm>
            <a:off x="1446046" y="6073391"/>
            <a:ext cx="132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Окно </a:t>
            </a:r>
            <a:r>
              <a:rPr lang="ru-RU" dirty="0"/>
              <a:t>входа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8FB175-CAD9-12DE-E819-BFD1FE311274}"/>
              </a:ext>
            </a:extLst>
          </p:cNvPr>
          <p:cNvSpPr txBox="1"/>
          <p:nvPr/>
        </p:nvSpPr>
        <p:spPr>
          <a:xfrm>
            <a:off x="4927964" y="4908265"/>
            <a:ext cx="2701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Главное окно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869" y="351879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СЕССИЯ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B26F2-2593-1391-B59B-157D7FAFFC90}"/>
              </a:ext>
            </a:extLst>
          </p:cNvPr>
          <p:cNvSpPr txBox="1"/>
          <p:nvPr/>
        </p:nvSpPr>
        <p:spPr>
          <a:xfrm>
            <a:off x="2667000" y="1374737"/>
            <a:ext cx="618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Разработка – модуль лаборатории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CCD0EC3-BC20-6A91-4B76-A3731064F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869" y="2465518"/>
            <a:ext cx="4558365" cy="264841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7E9FB7-41FB-C0D7-49C0-E22BF7386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663" y="2452000"/>
            <a:ext cx="4558365" cy="26619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AA57E3-D5C8-0A04-85BF-F15DE073165F}"/>
              </a:ext>
            </a:extLst>
          </p:cNvPr>
          <p:cNvSpPr txBox="1"/>
          <p:nvPr/>
        </p:nvSpPr>
        <p:spPr>
          <a:xfrm>
            <a:off x="2667000" y="5133917"/>
            <a:ext cx="4444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Главное окно программы</a:t>
            </a:r>
            <a:endParaRPr lang="ru-RU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E25155-6378-FFBE-4707-A66D1114B88F}"/>
              </a:ext>
            </a:extLst>
          </p:cNvPr>
          <p:cNvSpPr txBox="1"/>
          <p:nvPr/>
        </p:nvSpPr>
        <p:spPr>
          <a:xfrm>
            <a:off x="7220663" y="5133917"/>
            <a:ext cx="4558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Окно входа</a:t>
            </a:r>
            <a:r>
              <a:rPr lang="en-US" sz="1800" dirty="0"/>
              <a:t>/</a:t>
            </a:r>
            <a:r>
              <a:rPr lang="ru-RU" sz="1800" dirty="0"/>
              <a:t>регистрации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12" y="452846"/>
            <a:ext cx="3011351" cy="85170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СЕССИЯ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7283E1-A2E5-CAD2-1379-ADDC0154E8D2}"/>
              </a:ext>
            </a:extLst>
          </p:cNvPr>
          <p:cNvSpPr txBox="1"/>
          <p:nvPr/>
        </p:nvSpPr>
        <p:spPr>
          <a:xfrm>
            <a:off x="84908" y="1413357"/>
            <a:ext cx="610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Разработка – модуль аппаратчика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213EDE-80DA-06C2-9FEF-23080BE02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870" y="2153584"/>
            <a:ext cx="4080731" cy="230170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1143BEE-036D-6D75-B239-1DC7A6B0B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951" y="1153275"/>
            <a:ext cx="3113204" cy="43320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463218-3054-8251-38DA-6A9BCE2C04C0}"/>
              </a:ext>
            </a:extLst>
          </p:cNvPr>
          <p:cNvSpPr txBox="1"/>
          <p:nvPr/>
        </p:nvSpPr>
        <p:spPr>
          <a:xfrm>
            <a:off x="3970993" y="4456852"/>
            <a:ext cx="2708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Главное окно программы</a:t>
            </a:r>
            <a:endParaRPr lang="ru-RU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7D408C-7108-82A4-D5AD-77FD480A0E99}"/>
              </a:ext>
            </a:extLst>
          </p:cNvPr>
          <p:cNvSpPr txBox="1"/>
          <p:nvPr/>
        </p:nvSpPr>
        <p:spPr>
          <a:xfrm>
            <a:off x="8202447" y="5300629"/>
            <a:ext cx="2018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Окно регистрации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965" y="317495"/>
            <a:ext cx="2873829" cy="122238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СЕССИЯ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7D8D7-8674-8A36-9454-05988EADFC37}"/>
              </a:ext>
            </a:extLst>
          </p:cNvPr>
          <p:cNvSpPr txBox="1"/>
          <p:nvPr/>
        </p:nvSpPr>
        <p:spPr>
          <a:xfrm>
            <a:off x="269965" y="1678968"/>
            <a:ext cx="528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ru-RU" sz="1800" dirty="0"/>
              <a:t>Разработка тестовых наборов и тестовых сценариев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7C40211-CAD2-3CDC-0CE9-3F2C5E825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78" y="2187388"/>
            <a:ext cx="5940425" cy="224663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40F034F-06BE-B581-2222-4DC450DAC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65" y="4479007"/>
            <a:ext cx="6044338" cy="19126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95D962-43CA-2C95-1561-ABB3873C0AC8}"/>
              </a:ext>
            </a:extLst>
          </p:cNvPr>
          <p:cNvSpPr txBox="1"/>
          <p:nvPr/>
        </p:nvSpPr>
        <p:spPr>
          <a:xfrm>
            <a:off x="6392091" y="5435317"/>
            <a:ext cx="2429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ru-RU" sz="1800" dirty="0"/>
              <a:t>Тест кейсы (Модуль лаборатории)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8D116A-C01D-26E2-B396-9050DDFA09B3}"/>
              </a:ext>
            </a:extLst>
          </p:cNvPr>
          <p:cNvSpPr txBox="1"/>
          <p:nvPr/>
        </p:nvSpPr>
        <p:spPr>
          <a:xfrm>
            <a:off x="6314303" y="2987537"/>
            <a:ext cx="31606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ru-RU" dirty="0"/>
              <a:t>Тест кейсы (Модуль технолога)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2274" y="701291"/>
            <a:ext cx="6975565" cy="272770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{32DE7522-F455-4930-A463-0D7C0ECAD4CF}TF8a9b5915-b8c7-461e-8cdd-693d48b5e323138ae9a7_win32-fecfc327da1f</Template>
  <TotalTime>251</TotalTime>
  <Words>119</Words>
  <Application>Microsoft Office PowerPoint</Application>
  <PresentationFormat>Широкоэкранный</PresentationFormat>
  <Paragraphs>30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quote-cjk-patch</vt:lpstr>
      <vt:lpstr>Times New Roman</vt:lpstr>
      <vt:lpstr>Times New Roman</vt:lpstr>
      <vt:lpstr>Пользовательская</vt:lpstr>
      <vt:lpstr>Осуществление интеграции программных модулей </vt:lpstr>
      <vt:lpstr>сЕССИЯ 1</vt:lpstr>
      <vt:lpstr>Сессия 2 </vt:lpstr>
      <vt:lpstr>Сессия 3</vt:lpstr>
      <vt:lpstr>СЕССИЯ 4</vt:lpstr>
      <vt:lpstr>СЕССИЯ 5</vt:lpstr>
      <vt:lpstr>СЕССИЯ 6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Kab19-08</dc:creator>
  <cp:lastModifiedBy>Kab19-08</cp:lastModifiedBy>
  <cp:revision>1</cp:revision>
  <dcterms:created xsi:type="dcterms:W3CDTF">2026-05-19T06:42:23Z</dcterms:created>
  <dcterms:modified xsi:type="dcterms:W3CDTF">2026-05-19T10:53:26Z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